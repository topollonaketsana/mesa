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1" d="100"/>
          <a:sy n="91" d="100"/>
        </p:scale>
        <p:origin x="32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065F20-80E3-45A3-BCD9-1BA8FFB75EDD}" type="datetimeFigureOut">
              <a:rPr lang="en-ZA" smtClean="0"/>
              <a:t>2026/04/14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443FF0-B4FB-4E36-ABE1-822489FEB8C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5144650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443FF0-B4FB-4E36-ABE1-822489FEB8CC}" type="slidenum">
              <a:rPr lang="en-ZA" smtClean="0"/>
              <a:t>1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8376755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86B7-773C-AB8C-CFC7-FE148F852A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868E7C-C005-257F-E97A-8F5C617CB2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5459C0-5E7B-300B-9735-047A4EBAB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CBDE8-5F0B-47F8-ACC0-FF0FFAA27E2E}" type="datetimeFigureOut">
              <a:rPr lang="en-ZA" smtClean="0"/>
              <a:t>2026/04/14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578702-CAD0-7B3F-015B-D1FB23C51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5FB7A8-E533-EFEE-3A67-0340118ED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D9CB28-95B5-4EC4-BB1D-DEF92F14EF99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645391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9FA8F-1544-5E70-6D29-C5BA4F024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FC7D0-60EC-E562-98F5-C432C1BE59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FE1965-6E75-EB32-8EAC-42C8A5FE2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CBDE8-5F0B-47F8-ACC0-FF0FFAA27E2E}" type="datetimeFigureOut">
              <a:rPr lang="en-ZA" smtClean="0"/>
              <a:t>2026/04/14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0E912-3832-258E-0510-2720F1D74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75B449-E939-61C0-571A-0A2F2908C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D9CB28-95B5-4EC4-BB1D-DEF92F14EF99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578297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6AA96-20D9-40F8-B999-597627091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12F49F-F3CC-1BA5-2E4D-116A1C58E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4820E-81AF-59A1-C615-67FC57407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CBDE8-5F0B-47F8-ACC0-FF0FFAA27E2E}" type="datetimeFigureOut">
              <a:rPr lang="en-ZA" smtClean="0"/>
              <a:t>2026/04/14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5C4037-1899-30C4-3011-D3B938C00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22C75D-FD70-B023-C2B6-AE90FDE6F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D9CB28-95B5-4EC4-BB1D-DEF92F14EF99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79330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236B3-D7CE-6D48-956F-F0CC87820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579D2-942F-70D5-6ECA-02FFFC3A3B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313C28-106C-5C21-E8DD-DDF46B6551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F5548E-007A-9002-15F1-3406F77D0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CBDE8-5F0B-47F8-ACC0-FF0FFAA27E2E}" type="datetimeFigureOut">
              <a:rPr lang="en-ZA" smtClean="0"/>
              <a:t>2026/04/14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3D1719-BF0D-300C-2C4B-947E24A29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26FD3C-F24D-EB2F-B5BE-379885E0A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D9CB28-95B5-4EC4-BB1D-DEF92F14EF99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803468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601EA-EA7C-C0BD-6EF3-1C39D0C9A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3D8872-AE36-6274-3DD1-D7AA29440D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C3D7B9-417D-E4A6-835C-817D57334F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6E5C71-8394-7D07-FB3F-E8948EFEBB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B23FC6-27B5-A7E1-8095-6ABB97582F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9703DB-9511-0B1A-572C-D75FD2205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CBDE8-5F0B-47F8-ACC0-FF0FFAA27E2E}" type="datetimeFigureOut">
              <a:rPr lang="en-ZA" smtClean="0"/>
              <a:t>2026/04/14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53DE13-BF53-82F8-678A-B6FE8EEDA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6F955D-4953-888F-9B4B-250F004B1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D9CB28-95B5-4EC4-BB1D-DEF92F14EF99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663275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BB625-752B-CAC8-26D0-AAAEEDF9D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74AA29-536A-E1DB-6FD0-45E9048A7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CBDE8-5F0B-47F8-ACC0-FF0FFAA27E2E}" type="datetimeFigureOut">
              <a:rPr lang="en-ZA" smtClean="0"/>
              <a:t>2026/04/14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0F5C8B-3BF6-1575-6A37-3F3F551FF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65D606-F617-86F2-C017-F033C0E9D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D9CB28-95B5-4EC4-BB1D-DEF92F14EF99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169406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CA6C31-2233-11A1-F652-A81319D22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CBDE8-5F0B-47F8-ACC0-FF0FFAA27E2E}" type="datetimeFigureOut">
              <a:rPr lang="en-ZA" smtClean="0"/>
              <a:t>2026/04/14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4EB791-2C37-830A-1A4A-FBBF68CE6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2DB878-354F-CFF8-6163-A80B988DC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D9CB28-95B5-4EC4-BB1D-DEF92F14EF99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184964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91224-4F52-0C2B-A20B-5BAFEC0DF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33818C-8CB6-9C01-56F5-41E1C0A42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BE480F-2361-BADA-B526-B4B952F95C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78980D-3477-1136-9215-67B309E01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CBDE8-5F0B-47F8-ACC0-FF0FFAA27E2E}" type="datetimeFigureOut">
              <a:rPr lang="en-ZA" smtClean="0"/>
              <a:t>2026/04/14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F77532-2DFE-C75D-37DA-0DF47FEF9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B655B0-EE87-9931-8123-29BB742A0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D9CB28-95B5-4EC4-BB1D-DEF92F14EF99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189974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EB75F-1E76-DC2D-9797-A3AE82232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D11EEE-D9CE-F662-BF80-B9EC4E99D3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2E3287-8172-DE4D-53AC-0FAD5B99A5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DEC8E9-90D1-D2F0-03F8-AC64CCEE5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CBDE8-5F0B-47F8-ACC0-FF0FFAA27E2E}" type="datetimeFigureOut">
              <a:rPr lang="en-ZA" smtClean="0"/>
              <a:t>2026/04/14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000F22-C5D8-921F-EF10-5B8103D5E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3BFF5-A00D-83AC-5349-674673ACB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D9CB28-95B5-4EC4-BB1D-DEF92F14EF99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009411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A9FF6-7A5F-1DA0-5544-E4970B16D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79DC78-9AB3-5388-DADC-072BDEE6F8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B3694B-D879-5171-38FE-61C3EEF9F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CBDE8-5F0B-47F8-ACC0-FF0FFAA27E2E}" type="datetimeFigureOut">
              <a:rPr lang="en-ZA" smtClean="0"/>
              <a:t>2026/04/14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229B02-755D-0D01-1B02-836859490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4CAE6-2B8A-9ACE-B55F-E9D7DEA4B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D9CB28-95B5-4EC4-BB1D-DEF92F14EF99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455240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D7EA67-1374-1F73-A968-00299ED857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B6FE4E-3712-A2CF-C301-D05E85DB5B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ECAA97-3334-C6D0-7E2D-8F7736B14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CBDE8-5F0B-47F8-ACC0-FF0FFAA27E2E}" type="datetimeFigureOut">
              <a:rPr lang="en-ZA" smtClean="0"/>
              <a:t>2026/04/14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CF860-1236-95EB-C77C-905F5D01A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3144A-7396-8BCE-3645-616210A11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D9CB28-95B5-4EC4-BB1D-DEF92F14EF99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820969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D1EEA0-4B5A-95A0-9CEA-7C664813F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965572-AD3E-C3EA-2EA8-A7BBB022F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F8C512-2CC1-057A-BBD4-F715A07890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ECBDE8-5F0B-47F8-ACC0-FF0FFAA27E2E}" type="datetimeFigureOut">
              <a:rPr lang="en-ZA" smtClean="0"/>
              <a:t>2026/04/14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B8A522-A773-BF88-D396-9DAC04913A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B21071-176E-B5C3-DCED-70270FB4EC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D9CB28-95B5-4EC4-BB1D-DEF92F14EF99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4442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9000" t="-80000" b="-7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4C979100-3350-D82C-FDED-9DF30CE204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41400"/>
            <a:ext cx="9144000" cy="2387600"/>
          </a:xfrm>
        </p:spPr>
        <p:txBody>
          <a:bodyPr/>
          <a:lstStyle/>
          <a:p>
            <a:r>
              <a:rPr lang="en-ZA" b="1" dirty="0">
                <a:solidFill>
                  <a:schemeClr val="bg1">
                    <a:lumMod val="95000"/>
                  </a:schemeClr>
                </a:solidFill>
              </a:rPr>
              <a:t>Introduction to MESA</a:t>
            </a:r>
          </a:p>
        </p:txBody>
      </p:sp>
    </p:spTree>
    <p:extLst>
      <p:ext uri="{BB962C8B-B14F-4D97-AF65-F5344CB8AC3E}">
        <p14:creationId xmlns:p14="http://schemas.microsoft.com/office/powerpoint/2010/main" val="40836898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29F5C-0C46-AB0E-BEAC-EFF70D343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213745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211000" t="-104000" b="-7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D9CFE563-8846-70BF-64D7-86562033BD93}"/>
              </a:ext>
            </a:extLst>
          </p:cNvPr>
          <p:cNvSpPr/>
          <p:nvPr/>
        </p:nvSpPr>
        <p:spPr>
          <a:xfrm>
            <a:off x="4829262" y="2179040"/>
            <a:ext cx="2533476" cy="2499919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5400" dirty="0">
                <a:solidFill>
                  <a:schemeClr val="tx1"/>
                </a:solidFill>
              </a:rPr>
              <a:t>Stars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662A210A-809B-89B6-0459-266D93135678}"/>
              </a:ext>
            </a:extLst>
          </p:cNvPr>
          <p:cNvSpPr/>
          <p:nvPr/>
        </p:nvSpPr>
        <p:spPr>
          <a:xfrm>
            <a:off x="7362738" y="3282191"/>
            <a:ext cx="939567" cy="29361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8" name="Arrow: Left 7">
            <a:extLst>
              <a:ext uri="{FF2B5EF4-FFF2-40B4-BE49-F238E27FC236}">
                <a16:creationId xmlns:a16="http://schemas.microsoft.com/office/drawing/2014/main" id="{E0A0C1E2-4746-11CB-8CE0-09E983C60F86}"/>
              </a:ext>
            </a:extLst>
          </p:cNvPr>
          <p:cNvSpPr/>
          <p:nvPr/>
        </p:nvSpPr>
        <p:spPr>
          <a:xfrm>
            <a:off x="3875714" y="3291629"/>
            <a:ext cx="953548" cy="274737"/>
          </a:xfrm>
          <a:prstGeom prst="lef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287552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066D8-FA50-C3BA-9155-AEDD89019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B2AAC8-5110-FA3E-2140-3F7B890DDF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895468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B6D83-4149-89BF-0A96-916863275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C969A-76C2-DD9D-4A4B-B8FC250C3E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4642912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5</Words>
  <Application>Microsoft Office PowerPoint</Application>
  <PresentationFormat>Widescreen</PresentationFormat>
  <Paragraphs>3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Introduction to MESA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TOPOLLO NAKETSANA</dc:creator>
  <cp:lastModifiedBy>TOPOLLO NAKETSANA</cp:lastModifiedBy>
  <cp:revision>2</cp:revision>
  <dcterms:created xsi:type="dcterms:W3CDTF">2026-04-13T22:37:56Z</dcterms:created>
  <dcterms:modified xsi:type="dcterms:W3CDTF">2026-04-13T23:20:05Z</dcterms:modified>
</cp:coreProperties>
</file>