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65F20-80E3-45A3-BCD9-1BA8FFB75EDD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43FF0-B4FB-4E36-ABE1-822489FEB8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446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43FF0-B4FB-4E36-ABE1-822489FEB8CC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767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86B7-773C-AB8C-CFC7-FE148F852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68E7C-C005-257F-E97A-8F5C617CB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459C0-5E7B-300B-9735-047A4EBA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8702-CAD0-7B3F-015B-D1FB23C5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FB7A8-E533-EFEE-3A67-0340118E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539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FA8F-1544-5E70-6D29-C5BA4F02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FC7D0-60EC-E562-98F5-C432C1BE5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E1965-6E75-EB32-8EAC-42C8A5FE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0E912-3832-258E-0510-2720F1D7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B449-E939-61C0-571A-0A2F2908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829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AA96-20D9-40F8-B999-59762709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2F49F-F3CC-1BA5-2E4D-116A1C58E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4820E-81AF-59A1-C615-67FC5740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C4037-1899-30C4-3011-D3B938C0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C75D-FD70-B023-C2B6-AE90FDE6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933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36B3-D7CE-6D48-956F-F0CC8782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79D2-942F-70D5-6ECA-02FFFC3A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13C28-106C-5C21-E8DD-DDF46B655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5548E-007A-9002-15F1-3406F77D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D1719-BF0D-300C-2C4B-947E24A2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6FD3C-F24D-EB2F-B5BE-379885E0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346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01EA-EA7C-C0BD-6EF3-1C39D0C9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D8872-AE36-6274-3DD1-D7AA29440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3D7B9-417D-E4A6-835C-817D57334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6E5C71-8394-7D07-FB3F-E8948EFEB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23FC6-27B5-A7E1-8095-6ABB97582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703DB-9511-0B1A-572C-D75FD220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3DE13-BF53-82F8-678A-B6FE8EED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F955D-4953-888F-9B4B-250F004B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632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B625-752B-CAC8-26D0-AAAEEDF9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4AA29-536A-E1DB-6FD0-45E9048A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F5C8B-3BF6-1575-6A37-3F3F551F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5D606-F617-86F2-C017-F033C0E9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940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A6C31-2233-11A1-F652-A81319D2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EB791-2C37-830A-1A4A-FBBF68CE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DB878-354F-CFF8-6163-A80B988D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496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1224-4F52-0C2B-A20B-5BAFEC0D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818C-8CB6-9C01-56F5-41E1C0A42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E480F-2361-BADA-B526-B4B952F95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980D-3477-1136-9215-67B309E0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77532-2DFE-C75D-37DA-0DF47FEF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55B0-EE87-9931-8123-29BB742A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997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B75F-1E76-DC2D-9797-A3AE8223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11EEE-D9CE-F662-BF80-B9EC4E99D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E3287-8172-DE4D-53AC-0FAD5B99A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C8E9-90D1-D2F0-03F8-AC64CCEE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00F22-C5D8-921F-EF10-5B8103D5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3BFF5-A00D-83AC-5349-674673AC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41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9FF6-7A5F-1DA0-5544-E4970B16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9DC78-9AB3-5388-DADC-072BDEE6F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694B-D879-5171-38FE-61C3EEF9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29B02-755D-0D01-1B02-83685949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4CAE6-2B8A-9ACE-B55F-E9D7DEA4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524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7EA67-1374-1F73-A968-00299ED85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6FE4E-3712-A2CF-C301-D05E85DB5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CAA97-3334-C6D0-7E2D-8F7736B1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F860-1236-95EB-C77C-905F5D01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3144A-7396-8BCE-3645-616210A1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096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1EEA0-4B5A-95A0-9CEA-7C664813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65572-AD3E-C3EA-2EA8-A7BBB022F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C512-2CC1-057A-BBD4-F715A0789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CBDE8-5F0B-47F8-ACC0-FF0FFAA27E2E}" type="datetimeFigureOut">
              <a:rPr lang="en-ZA" smtClean="0"/>
              <a:t>2026/05/16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8A522-A773-BF88-D396-9DAC04913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1071-176E-B5C3-DCED-70270FB4E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9CB28-95B5-4EC4-BB1D-DEF92F14EF9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44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t="-80000" b="-7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979100-3350-D82C-FDED-9DF30CE2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ZA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 to MESA</a:t>
            </a:r>
          </a:p>
        </p:txBody>
      </p:sp>
    </p:spTree>
    <p:extLst>
      <p:ext uri="{BB962C8B-B14F-4D97-AF65-F5344CB8AC3E}">
        <p14:creationId xmlns:p14="http://schemas.microsoft.com/office/powerpoint/2010/main" val="408368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9F5C-0C46-AB0E-BEAC-EFF70D34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accent1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CFB0-FC7F-F2D6-45F3-E31441DC4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374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11000" t="-104000" b="-7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9CFE563-8846-70BF-64D7-86562033BD93}"/>
              </a:ext>
            </a:extLst>
          </p:cNvPr>
          <p:cNvSpPr/>
          <p:nvPr/>
        </p:nvSpPr>
        <p:spPr>
          <a:xfrm>
            <a:off x="4829262" y="2179040"/>
            <a:ext cx="2533476" cy="249991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5400" dirty="0">
                <a:solidFill>
                  <a:schemeClr val="tx1"/>
                </a:solidFill>
              </a:rPr>
              <a:t>Stars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62A210A-809B-89B6-0459-266D93135678}"/>
              </a:ext>
            </a:extLst>
          </p:cNvPr>
          <p:cNvSpPr/>
          <p:nvPr/>
        </p:nvSpPr>
        <p:spPr>
          <a:xfrm>
            <a:off x="7362738" y="3282191"/>
            <a:ext cx="939567" cy="2936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E0A0C1E2-4746-11CB-8CE0-09E983C60F86}"/>
              </a:ext>
            </a:extLst>
          </p:cNvPr>
          <p:cNvSpPr/>
          <p:nvPr/>
        </p:nvSpPr>
        <p:spPr>
          <a:xfrm>
            <a:off x="3875714" y="3291629"/>
            <a:ext cx="953548" cy="27473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875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66D8-FA50-C3BA-9155-AEDD8901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AAC8-5110-FA3E-2140-3F7B890DD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546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6D83-4149-89BF-0A96-91686327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969A-76C2-DD9D-4A4B-B8FC250C3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4291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</Words>
  <Application>Microsoft Office PowerPoint</Application>
  <PresentationFormat>Widescreen</PresentationFormat>
  <Paragraphs>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Introduction to MESA</vt:lpstr>
      <vt:lpstr>Outline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TOPOLLO NAKETSANA</dc:creator>
  <cp:lastModifiedBy>TOPOLLO NAKETSANA</cp:lastModifiedBy>
  <cp:revision>3</cp:revision>
  <dcterms:created xsi:type="dcterms:W3CDTF">2026-04-13T22:37:56Z</dcterms:created>
  <dcterms:modified xsi:type="dcterms:W3CDTF">2026-05-16T21:56:42Z</dcterms:modified>
</cp:coreProperties>
</file>